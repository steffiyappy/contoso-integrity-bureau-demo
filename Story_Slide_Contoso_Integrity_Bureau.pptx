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3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i Yi Yap" userId="ded5ede2-18a8-43f0-9520-5b9cfae853ea" providerId="ADAL" clId="{48360A01-77E9-4FB0-AFCE-901941CDCF3A}"/>
    <pc:docChg chg="custSel modSld">
      <pc:chgData name="Pei Yi Yap" userId="ded5ede2-18a8-43f0-9520-5b9cfae853ea" providerId="ADAL" clId="{48360A01-77E9-4FB0-AFCE-901941CDCF3A}" dt="2026-07-06T16:39:51.898" v="1" actId="478"/>
      <pc:docMkLst>
        <pc:docMk/>
      </pc:docMkLst>
      <pc:sldChg chg="delSp mod">
        <pc:chgData name="Pei Yi Yap" userId="ded5ede2-18a8-43f0-9520-5b9cfae853ea" providerId="ADAL" clId="{48360A01-77E9-4FB0-AFCE-901941CDCF3A}" dt="2026-07-06T16:39:51.898" v="1" actId="478"/>
        <pc:sldMkLst>
          <pc:docMk/>
          <pc:sldMk cId="0" sldId="256"/>
        </pc:sldMkLst>
        <pc:spChg chg="del">
          <ac:chgData name="Pei Yi Yap" userId="ded5ede2-18a8-43f0-9520-5b9cfae853ea" providerId="ADAL" clId="{48360A01-77E9-4FB0-AFCE-901941CDCF3A}" dt="2026-07-06T16:39:48.910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Pei Yi Yap" userId="ded5ede2-18a8-43f0-9520-5b9cfae853ea" providerId="ADAL" clId="{48360A01-77E9-4FB0-AFCE-901941CDCF3A}" dt="2026-07-06T16:39:51.898" v="1" actId="478"/>
          <ac:spMkLst>
            <pc:docMk/>
            <pc:sldMk cId="0" sldId="256"/>
            <ac:spMk id="34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CONTOSO INTEGRITY BUREAU  ·  TASK FORCE COPILOT IMMERSION  ·  ANTI-CORRUPTION + GOVERNANCE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57432" cy="1874519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8640"/>
            <a:ext cx="3291840" cy="16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MICROSOFT 365 COPILOT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AI Assistant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to AI Doer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One Task Force workday. Six Copilot moments. From OSINT sweep to governance poster.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8640"/>
            <a:ext cx="4023360" cy="16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Pak Bambang Kusumo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Head, Coordination and Supervision Task Force · Contoso Integrity Bureau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THE MISSION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Two functions using Copilot: turn OSINT into structured cases, procurement disclosures into anomaly red flags, and Task Force meetings into board-ready minutes of Operations by Friday.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777240"/>
            <a:ext cx="3291840" cy="1417319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868680"/>
            <a:ext cx="3017520" cy="1234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THE PUNCHLINE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One workday.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Six Copilot moments.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From OSINT sweep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to governance poster.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180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760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01  DAILY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760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Structured Briefing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Researcher · Critique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Researcher reads your inbox, calendar, Teams chats, and recent files, then hands the Task Force Head a single, structured briefing for the day. No more spending the first 30 minutes catching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7455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97455" y="3017520"/>
            <a:ext cx="1801695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97455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02  OSINT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7455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News to structured facts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Researcher + Copilot Chat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Paste any Indonesian corruption news URL into Copilot Chat and get a clean row for the SPDP case register: case name, suspects, state loss, agency, stage, and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9150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29150" y="3017520"/>
            <a:ext cx="1801695" cy="5029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150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03  PROCUREMENT ANOMALIES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9150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Red flags across the province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Copilot in Excel · Edit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One Excel Edit prompt surfaces split contracts under the threshold, vendor concentration, price outliers, and weekend awards across 180 rows - Researcher Critique and Model Council - before the operating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0845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0845" y="3017520"/>
            <a:ext cx="1801695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0845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04  MEETING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0845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Recap and formal minutes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Teams + Word Copilot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Turn a 30-minute Task Force meeting into house-style minutes with a decisions box and action register - all in-place.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540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540" y="3017520"/>
            <a:ext cx="180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2540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05  REPORT TO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2540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Word polish then PowerPoint auto-gen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Word + PowerPoint Copilot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Polish the Q3 supervision draft in Word, then let PowerPoint Copilot generate a brand-styled deck from the polished document.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4235" y="3017520"/>
            <a:ext cx="1801695" cy="35661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24235" y="3017520"/>
            <a:ext cx="1801695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24235" y="3063240"/>
            <a:ext cx="160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06  GOVERNANCE POSTER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4235" y="3650440"/>
            <a:ext cx="1541695" cy="280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One-page anti-corruption infographic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Copilot Create · Designer</a:t>
            </a:r>
          </a:p>
          <a:p>
            <a:pPr algn="l"/>
            <a:endParaRPr sz="900" b="0">
              <a:solidFill>
                <a:srgbClr val="64748B"/>
              </a:solidFill>
              <a:latin typeface="Segoe UI"/>
            </a:endParaRPr>
          </a:p>
          <a:p>
            <a:pPr algn="l"/>
            <a:r>
              <a:rPr sz="1000" b="0">
                <a:solidFill>
                  <a:srgbClr val="334155"/>
                </a:solidFill>
                <a:latin typeface="Segoe UI"/>
              </a:rPr>
              <a:t>A shareable poster for the Task Force wall: quarterly priorities, case-journey strip, regional heatmap, and a year-in-review celebration piece.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Pei Yi Yap</cp:lastModifiedBy>
  <cp:revision>1</cp:revision>
  <dcterms:created xsi:type="dcterms:W3CDTF">2013-01-27T09:14:16Z</dcterms:created>
  <dcterms:modified xsi:type="dcterms:W3CDTF">2026-07-06T16:40:03Z</dcterms:modified>
  <cp:category/>
</cp:coreProperties>
</file>